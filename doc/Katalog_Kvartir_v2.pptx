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91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2" y="0"/>
            <a:ext cx="6108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МИНОБРНАУКИ РОССИИ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ФЕДЕРАЛЬНОЕ ГОСУДАРСТВЕННОЕ БЮДЖЕТНОЕ ОБРАЗОВАТЕЛЬНОЕ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ВЫСШЕГО ОБРАЗОВАНИЯ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«ВОРОНЕЖСКИЙ ГОСУДАРСТВЕННЫЙ УНИВЕРСИТЕТ» (ФГБОУ ВО «ВГУ»)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56232" y="1554480"/>
            <a:ext cx="8476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компьютерных наук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программирования и информационных технологий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мобильного приложения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«Каталог </a:t>
            </a:r>
            <a:r>
              <a:rPr lang="en-US" sz="2400" i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</a:t>
            </a: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5029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Обучающийся: 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Дворцов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Ушаков В.А.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1319" y="329184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58420" y="1218814"/>
            <a:ext cx="11075159" cy="53100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клиент-серверное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приложение-инструмент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риелторов</a:t>
            </a:r>
            <a:endParaRPr lang="en-US" sz="24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предметную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мобильных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CRM-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инструментов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агентств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недвижимости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клиент-серверную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архитектуру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(Android +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Ktor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PostgreSQL);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JWT-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аутентификацию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автоматическим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обновлением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пагинацией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аналитический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графиками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ипотечный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основных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154329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аналогов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99262"/>
              </p:ext>
            </p:extLst>
          </p:nvPr>
        </p:nvGraphicFramePr>
        <p:xfrm>
          <a:off x="822960" y="997159"/>
          <a:ext cx="10515600" cy="530352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ЦИАН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AmoCRM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«Каталог квартир»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Мобильный клиент (Android)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статусами сделок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Встроенная аналитика / графики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Ипотечный калькулятор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Собственный REST API + JWT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Пагинация (Paging 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1320" y="105176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использования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5216" y="1396678"/>
            <a:ext cx="5029200" cy="5232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Актор системы: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(риелтор) — зарегистрированный пользователь.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использования: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Войти в систему / Зарегистрироваться;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Просмотреть список квартир;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Применить фильтры и сортировку;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Добавить / изменить квартиру;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Изменить статус сделки;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Просмотреть аналитику;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Добавить в избранное;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Рассчитать ипотеку;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Выйти из аккаунта.</a:t>
            </a:r>
            <a:endParaRPr lang="en-US" sz="1800" dirty="0"/>
          </a:p>
        </p:txBody>
      </p:sp>
      <p:pic>
        <p:nvPicPr>
          <p:cNvPr id="4" name="Image 0" descr="/home/claude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12" y="763544"/>
            <a:ext cx="6126480" cy="5943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27779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85216" y="1408252"/>
            <a:ext cx="11018520" cy="5102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Язык: Kotlin (Android-клиент и backend)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Android: Clean Architecture + MVVM, Fragments + ViewBinding, Material Design 3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слой: Retrofit 2.11 + OkHttp 4.12, Paging 3 (бесконечная подгрузка)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хранилище: DataStore Preferences (токены, избранное)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изображений: Coil 2.7.0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Графики: MPAndroidChart 3.1.0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Навигация: Navigation Component + BottomNavigationView (3 вкладки)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Ktor 2.3.12 (Netty), Exposed ORM, HikariCP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СУБД: PostgreSQL (схема android, 6 таблиц, enum-типы)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Аутентификация: JWT (com.auth0) + bcrypt (jBCrypt)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Сериализация: kotlinx.serialization + Ktor Content Negotiation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64008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приложения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11247120" cy="5760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Ответственность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ApiService, AuthInterceptor, TokenAuthenticator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HTTP-запросы к backend, прозрачное обновление JWT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TokenManager, FavoritesManager (DataStore)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Персистентное хранение токенов и избранного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data/repository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ApartmentRepository, AuthRepository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Единая точка доступа к данным для ViewModel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ui/apartments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ListFragment, DetailFragment, EditFragment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Список, детали, создание и редактирование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ui/analytics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AnalyticsFragment + MPAndroidChart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Кольцевая, столбчатая диаграммы, бар по районам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ui/mortgage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MortgageFragment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Аннуитетный калькулятор ежемесячного платежа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StateFlow (UiState) + SharedFlow (события)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Однонаправленный поток данных (UDF), реактивный 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5216" y="1142034"/>
            <a:ext cx="11018520" cy="53684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СУБД: PostgreSQL, схема android, 6 таблиц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учётные записи агентов (id, full_name, email, phone, password_hash)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refresh_tokens — сессии пользователей (token, expires_at, revoked)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— здания (city, district, street, house_number, total_floors)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 — объявления (building_id, agent_id, floor, rooms, total_area, price,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listing_type*, status*)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apartment_photos — фотографии квартир (url, is_main, sort_order)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apartment_status_history — история смен статусов (old_status, new_status, comment)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listing_type {sale, rent} и status {available, reserved, sold, cancelled}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как PostgreSQL ENUM-типы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1320" y="16976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приложения: список квартир и фильтры</a:t>
            </a:r>
            <a:endParaRPr lang="en-US" sz="3600" dirty="0"/>
          </a:p>
        </p:txBody>
      </p:sp>
      <p:pic>
        <p:nvPicPr>
          <p:cNvPr id="3" name="Image 0" descr="/mnt/user-data/uploads/178083862104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6129"/>
            <a:ext cx="2614827" cy="5394960"/>
          </a:xfrm>
          <a:prstGeom prst="rect">
            <a:avLst/>
          </a:prstGeom>
        </p:spPr>
      </p:pic>
      <p:pic>
        <p:nvPicPr>
          <p:cNvPr id="4" name="Image 1" descr="/mnt/user-data/uploads/178083871053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0" y="1006129"/>
            <a:ext cx="2614827" cy="5394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88480" y="1921397"/>
            <a:ext cx="5303520" cy="3564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квартир: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поиск по адресу в реальном времени;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цветовая индикация статуса и типа;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бесконечная подгрузка (Paging 3);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кнопка добавления (FAB).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(BottomSheet):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статус, тип объявления, число комнат;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сортировка по цене, площади, дате;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индикатор активного фильтра в Toolbar.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223778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приложения: детали и добавление квартиры</a:t>
            </a:r>
            <a:endParaRPr lang="en-US" sz="3600" dirty="0"/>
          </a:p>
        </p:txBody>
      </p:sp>
      <p:pic>
        <p:nvPicPr>
          <p:cNvPr id="3" name="Image 0" descr="/mnt/user-data/uploads/178083880762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2610097" cy="5394960"/>
          </a:xfrm>
          <a:prstGeom prst="rect">
            <a:avLst/>
          </a:prstGeom>
        </p:spPr>
      </p:pic>
      <p:pic>
        <p:nvPicPr>
          <p:cNvPr id="4" name="Image 1" descr="/mnt/user-data/uploads/178083873965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697" y="1143000"/>
            <a:ext cx="2610097" cy="5394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44882" y="2370784"/>
            <a:ext cx="5303520" cy="2939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 объекта: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полная информация, фото-галерея (Coil);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смена статуса через диалог с комментарием;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изменения логируются на сервере;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кнопка «Ипотека» для перехода в калькулятор.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квартиры: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единая форма для создания и редактирования;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валидация всех обязательных полей;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переключатель «Продажа / Аренда».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200628"/>
            <a:ext cx="698671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приложения: аналитика и ипотечный калькулятор</a:t>
            </a:r>
            <a:endParaRPr lang="en-US" sz="3600" dirty="0"/>
          </a:p>
        </p:txBody>
      </p:sp>
      <p:pic>
        <p:nvPicPr>
          <p:cNvPr id="3" name="Image 0" descr="/mnt/user-data/uploads/178083865114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2636692" cy="5394960"/>
          </a:xfrm>
          <a:prstGeom prst="rect">
            <a:avLst/>
          </a:prstGeom>
        </p:spPr>
      </p:pic>
      <p:pic>
        <p:nvPicPr>
          <p:cNvPr id="4" name="Image 1" descr="/mnt/user-data/uploads/1780838782107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292" y="1143000"/>
            <a:ext cx="2636692" cy="5394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75120" y="2364997"/>
            <a:ext cx="5303520" cy="2950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(MPAndroidChart):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кольцевая диаграмма по статусам;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столбчатая: динамика сделок за 12 мес.;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горизонтальный бар: средние цены,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топ-8 районов.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Ипотечный калькулятор: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цена, первоначальный взнос, ставка, срок;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аннуитетный расчёт;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ежемесячный платёж, переплата, итого.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4368" y="6173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85216" y="1076446"/>
            <a:ext cx="11018520" cy="5434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мобильное Android-приложение «Каталог квартир» для риелторов.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ходе работы: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спроектирована клиент-серверная архитектура (Android + Ktor + PostgreSQL);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реализованы модули: аутентификация, список с пагинацией, детали, аналитика,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ипотечный калькулятор, избранное;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реализована JWT-аутентификация с прозрачным автообновлением токенов;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разработан UI по Material Design 3;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объём кода: ≈ 2 800 строк Kotlin (Android) + ≈ 1 300 строк Kotlin (backend);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статус сборки: BUILD SUCCESSFUL, APK готов.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02568" y="6537960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4952" y="0"/>
            <a:ext cx="6108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МИНОБРНАУКИ РОССИИ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ФЕДЕРАЛЬНОЕ ГОСУДАРСТВЕННОЕ БЮДЖЕТНОЕ ОБРАЗОВАТЕЛЬНОЕ УЧРЕЖДЕНИЕ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ВЫСШЕГО ОБРАЗОВАНИЯ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«ВОРОНЕЖСКИЙ ГОСУДАРСТВЕННЫЙ УНИВЕРСИТЕТ» (ФГБОУ ВО «ВГУ»)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56232" y="1554480"/>
            <a:ext cx="8476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компьютерных наук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программирования и информационных технологий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мобильного приложения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«Каталог </a:t>
            </a:r>
            <a:r>
              <a:rPr lang="en-US" sz="2400" i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квартир</a:t>
            </a: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0" y="5029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Обучающийся: 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Дворцов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Ушаков В.А.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975</Words>
  <Application>Microsoft Office PowerPoint</Application>
  <PresentationFormat>Широкоэкранный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 Дворцов</cp:lastModifiedBy>
  <cp:revision>2</cp:revision>
  <dcterms:created xsi:type="dcterms:W3CDTF">2026-06-07T13:47:41Z</dcterms:created>
  <dcterms:modified xsi:type="dcterms:W3CDTF">2026-06-07T13:57:52Z</dcterms:modified>
</cp:coreProperties>
</file>